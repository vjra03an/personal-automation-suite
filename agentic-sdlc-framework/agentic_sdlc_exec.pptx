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5486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AI-Native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Organization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356616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ship faster, cost less, fail less —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win the AI talent war.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0" y="502920"/>
            <a:ext cx="2286000" cy="9144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53949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3×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583680" y="10058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delivery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0" y="1600200"/>
            <a:ext cx="2286000" cy="9144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63677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0" y="21031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0" y="2697480"/>
            <a:ext cx="2286000" cy="9144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73405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583680" y="3200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incidents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0" y="3794760"/>
            <a:ext cx="2286000" cy="9144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383133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#1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583680" y="42976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talent magnet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CTO &amp; CPO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speed paradox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can build in hours what took teams weeks.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most organizations are governing at the speed of 2019.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416052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08760"/>
            <a:ext cx="4160520" cy="43891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50876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Traditional SDLC today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" y="2029968"/>
            <a:ext cx="201168" cy="256032"/>
          </a:xfrm>
          <a:prstGeom prst="rect">
            <a:avLst/>
          </a:prstGeom>
          <a:solidFill>
            <a:srgbClr val="FAECE7"/>
          </a:solidFill>
          <a:ln w="12700">
            <a:solidFill>
              <a:srgbClr val="FAEC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202996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6–18 month release cycles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" y="2542032"/>
            <a:ext cx="201168" cy="256032"/>
          </a:xfrm>
          <a:prstGeom prst="rect">
            <a:avLst/>
          </a:prstGeom>
          <a:solidFill>
            <a:srgbClr val="FAECE7"/>
          </a:solidFill>
          <a:ln w="12700">
            <a:solidFill>
              <a:srgbClr val="FAEC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254203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252374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code review bottlenecks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" y="3054096"/>
            <a:ext cx="201168" cy="256032"/>
          </a:xfrm>
          <a:prstGeom prst="rect">
            <a:avLst/>
          </a:prstGeom>
          <a:solidFill>
            <a:srgbClr val="FAECE7"/>
          </a:solidFill>
          <a:ln w="12700">
            <a:solidFill>
              <a:srgbClr val="FAEC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305409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30358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takes weeks, not hours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9768" y="3566160"/>
            <a:ext cx="201168" cy="256032"/>
          </a:xfrm>
          <a:prstGeom prst="rect">
            <a:avLst/>
          </a:prstGeom>
          <a:solidFill>
            <a:srgbClr val="FAECE7"/>
          </a:solidFill>
          <a:ln w="12700">
            <a:solidFill>
              <a:srgbClr val="FAEC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356616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35478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do everything — plan, build, test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" y="4078224"/>
            <a:ext cx="201168" cy="256032"/>
          </a:xfrm>
          <a:prstGeom prst="rect">
            <a:avLst/>
          </a:prstGeom>
          <a:solidFill>
            <a:srgbClr val="FAECE7"/>
          </a:solidFill>
          <a:ln w="12700">
            <a:solidFill>
              <a:srgbClr val="FAEC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407822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40599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= slowdown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1508760"/>
            <a:ext cx="416052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1508760"/>
            <a:ext cx="4160520" cy="43891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150876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Agentic SDLC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64608" y="2029968"/>
            <a:ext cx="201168" cy="256032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202996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2064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2–6 week release cycles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64608" y="2542032"/>
            <a:ext cx="201168" cy="256032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254203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20640" y="252374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code, humans approve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64608" y="3054096"/>
            <a:ext cx="201168" cy="256032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608" y="305409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20640" y="30358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Agent runs full suite in minutes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64608" y="3566160"/>
            <a:ext cx="201168" cy="256032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64608" y="356616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20640" y="35478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direct, agents execute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64608" y="4078224"/>
            <a:ext cx="201168" cy="256032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64608" y="407822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120640" y="40599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= competitive moat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outcomes.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framework.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508760"/>
            <a:ext cx="4160520" cy="1508760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508760"/>
            <a:ext cx="1005840" cy="1508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7830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3×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258775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53312" y="1618488"/>
            <a:ext cx="2944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Ship 3× faster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53312" y="1984248"/>
            <a:ext cx="29443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compress build, test, and deploy cycles from weeks to days. Teams focus on decisions, not execution.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508760"/>
            <a:ext cx="4160520" cy="1508760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508760"/>
            <a:ext cx="1005840" cy="150876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7830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09160" y="258775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88152" y="1618488"/>
            <a:ext cx="2944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Cut delivery cost 40%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88152" y="1984248"/>
            <a:ext cx="29443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handle repetitive engineering tasks. Senior engineers focus on architecture and judgment — higher ROI per headcount.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172968"/>
            <a:ext cx="4160520" cy="1508760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172968"/>
            <a:ext cx="1005840" cy="15087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44728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74320" y="42519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53312" y="3282696"/>
            <a:ext cx="2944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60% fewer production incidents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53312" y="3648456"/>
            <a:ext cx="29443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Agent and Monitor Agent run continuously. Humans review exceptions, not routine checks. Problems surface earlier.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3172968"/>
            <a:ext cx="4160520" cy="1508760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3172968"/>
            <a:ext cx="1005840" cy="15087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344728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#1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709160" y="42519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788152" y="3282696"/>
            <a:ext cx="2944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 the AI talent war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788152" y="3648456"/>
            <a:ext cx="29443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want to work with AI, not despite it. An AI-native SDLC is a recruitment and retention advantage.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model — 3 zones, 4 critical gates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govern the transitions. Agents own the execution.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07008"/>
            <a:ext cx="27432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07008"/>
            <a:ext cx="2743200" cy="50292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207008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4048" y="1508760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· UX · Requirements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18288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Stages 0–2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2121408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· TPM · UX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" y="2487168"/>
            <a:ext cx="1188720" cy="237744"/>
          </a:xfrm>
          <a:prstGeom prst="rect">
            <a:avLst/>
          </a:prstGeom>
          <a:solidFill>
            <a:srgbClr val="FEF9EC"/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48716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017520" y="2487168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82112" y="1207008"/>
            <a:ext cx="27432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82112" y="1207008"/>
            <a:ext cx="27432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207008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91840" y="1508760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 · Code · Test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91840" y="18288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Stages 3–7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2121408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+ EM · Tech Arch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2487168"/>
            <a:ext cx="1188720" cy="237744"/>
          </a:xfrm>
          <a:prstGeom prst="rect">
            <a:avLst/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248716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Agent-led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25312" y="2487168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89904" y="1207008"/>
            <a:ext cx="27432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89904" y="1207008"/>
            <a:ext cx="2743200" cy="5029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99632" y="1207008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99632" y="1508760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· Monitor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99632" y="18288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Stages 8–9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99632" y="2121408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TPM · MLOps · Agents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99632" y="2487168"/>
            <a:ext cx="1188720" cy="237744"/>
          </a:xfrm>
          <a:prstGeom prst="rect">
            <a:avLst/>
          </a:prstGeom>
          <a:solidFill>
            <a:srgbClr val="FEF9EC"/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99632" y="248716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74320" y="38587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4 critical gates — where humans decide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169664"/>
            <a:ext cx="2011680" cy="65836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18795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G0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2960" y="4169664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450592" y="4169664"/>
            <a:ext cx="2011680" cy="65836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42032" y="418795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G2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999232" y="4169664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26864" y="4169664"/>
            <a:ext cx="2011680" cy="65836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18304" y="418795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G6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175504" y="4169664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803136" y="4169664"/>
            <a:ext cx="2011680" cy="6583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94576" y="418795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G3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351776" y="4169664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Data/ML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74320" y="4864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G3 applies to ML/data projects only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 AND safety — not a trade-off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misconception: governance slows you down.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reality: ungoverned agents slow you down — after the incident.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17320"/>
            <a:ext cx="502920" cy="71323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1732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77824" y="14904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Strategy gate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77824" y="176479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building the wrong thing. No AI shortcut for strategic alignment.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35040" y="1527048"/>
            <a:ext cx="1005840" cy="219456"/>
          </a:xfrm>
          <a:prstGeom prst="rect">
            <a:avLst/>
          </a:prstGeom>
          <a:solidFill>
            <a:srgbClr val="EDF7F1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52704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132320" y="1527048"/>
            <a:ext cx="1600200" cy="219456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152704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2240280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240280"/>
            <a:ext cx="502920" cy="7132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24028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77824" y="23134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gate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77824" y="258775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propose options. TPM + Tech Arch decide. Catches structural debt before it compounds.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35040" y="2350008"/>
            <a:ext cx="1005840" cy="219456"/>
          </a:xfrm>
          <a:prstGeom prst="rect">
            <a:avLst/>
          </a:prstGeom>
          <a:solidFill>
            <a:srgbClr val="EDF7F1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2350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hours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132320" y="2350008"/>
            <a:ext cx="1600200" cy="219456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0" y="235000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063240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063240"/>
            <a:ext cx="502920" cy="7132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06324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77824" y="31363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Data/ML gate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77824" y="341071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only. Bias, compliance, and data quality. Getting this wrong corrupts everything downstream.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35040" y="3172968"/>
            <a:ext cx="1005840" cy="219456"/>
          </a:xfrm>
          <a:prstGeom prst="rect">
            <a:avLst/>
          </a:prstGeom>
          <a:solidFill>
            <a:srgbClr val="EDF7F1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0" y="317296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 hours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132320" y="3172968"/>
            <a:ext cx="1600200" cy="21945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0" y="317296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only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3886200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886200"/>
            <a:ext cx="502920" cy="71323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388620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77824" y="3959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gate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77824" y="423367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is production. Rollback plan, compliance sign-off, on-call readiness. Non-negotiable.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035040" y="3995928"/>
            <a:ext cx="1005840" cy="219456"/>
          </a:xfrm>
          <a:prstGeom prst="rect">
            <a:avLst/>
          </a:prstGeom>
          <a:solidFill>
            <a:srgbClr val="EDF7F1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35040" y="399592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hours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132320" y="3995928"/>
            <a:ext cx="1600200" cy="219456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32320" y="399592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74320" y="4663440"/>
            <a:ext cx="8595360" cy="310896"/>
          </a:xfrm>
          <a:prstGeom prst="rect">
            <a:avLst/>
          </a:prstGeom>
          <a:solidFill>
            <a:srgbClr val="EDF7F1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468172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critical gate time: ~1.5 days across a full project cycle  ·  Everything else is agent-automated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840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rule.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Humans decide.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 execute.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governance principle that makes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SDLC safe at any speed.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0" y="4114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Humans — decide &amp; direct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0" y="749808"/>
            <a:ext cx="429768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81728" y="768096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0" y="768096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 product vision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188720"/>
            <a:ext cx="429768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81728" y="1207008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TPM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0" y="1207008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orchestration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627632"/>
            <a:ext cx="429768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1728" y="1645920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0" y="164592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quality &amp; delivery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2066544"/>
            <a:ext cx="429768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81728" y="2084832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Arch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0" y="208483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governance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2505456"/>
            <a:ext cx="429768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1728" y="252374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CDO/Gov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0" y="2523744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compliance gates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0" y="3017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 — perform &amp; recommend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3364992"/>
            <a:ext cx="4297680" cy="292608"/>
          </a:xfrm>
          <a:prstGeom prst="rect">
            <a:avLst/>
          </a:prstGeom>
          <a:solidFill>
            <a:srgbClr val="1D9E75">
              <a:alpha val="12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1728" y="33832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Planning Agent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126480" y="33832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architecture options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0" y="3712464"/>
            <a:ext cx="4297680" cy="292608"/>
          </a:xfrm>
          <a:prstGeom prst="rect">
            <a:avLst/>
          </a:prstGeom>
          <a:solidFill>
            <a:srgbClr val="1D9E75">
              <a:alpha val="12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1728" y="37307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Agent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26480" y="373075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and iterates on code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0" y="4059936"/>
            <a:ext cx="4297680" cy="292608"/>
          </a:xfrm>
          <a:prstGeom prst="rect">
            <a:avLst/>
          </a:prstGeom>
          <a:solidFill>
            <a:srgbClr val="1D9E75">
              <a:alpha val="12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1728" y="407822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Agent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26480" y="40782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regression, coverage, QA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0" y="4407408"/>
            <a:ext cx="4297680" cy="292608"/>
          </a:xfrm>
          <a:prstGeom prst="rect">
            <a:avLst/>
          </a:prstGeom>
          <a:solidFill>
            <a:srgbClr val="1D9E75">
              <a:alpha val="12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1728" y="44256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 Agent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26480" y="442569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execution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0" y="4754880"/>
            <a:ext cx="4297680" cy="292608"/>
          </a:xfrm>
          <a:prstGeom prst="rect">
            <a:avLst/>
          </a:prstGeom>
          <a:solidFill>
            <a:srgbClr val="1D9E75">
              <a:alpha val="12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1728" y="47731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 Agent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26480" y="47731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drift, anomaly detection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 without this framework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Ungoverned agents don't slow down — they accelerate in the wrong direction.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274320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61872"/>
            <a:ext cx="2743200" cy="347472"/>
          </a:xfrm>
          <a:prstGeom prst="rect">
            <a:avLst/>
          </a:prstGeom>
          <a:solidFill>
            <a:srgbClr val="FEF2E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298448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5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debt at AI speed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" y="1682496"/>
            <a:ext cx="2523744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ship code fast. Without an Architecture gate, structural problems compound at the same velocity. A 3-month refactor becomes a 12-month one.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82112" y="1261872"/>
            <a:ext cx="274320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82112" y="1261872"/>
            <a:ext cx="2743200" cy="347472"/>
          </a:xfrm>
          <a:prstGeom prst="rect">
            <a:avLst/>
          </a:prstGeom>
          <a:solidFill>
            <a:srgbClr val="FEF2E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298448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5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 failures in production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1840" y="1682496"/>
            <a:ext cx="2523744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CDO/Gov gates on data pipelines and deployment, PII leaks, biased models, and regulatory violations reach production before anyone notices.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89904" y="1261872"/>
            <a:ext cx="274320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9904" y="1261872"/>
            <a:ext cx="2743200" cy="347472"/>
          </a:xfrm>
          <a:prstGeom prst="rect">
            <a:avLst/>
          </a:prstGeom>
          <a:solidFill>
            <a:srgbClr val="FEF2E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1298448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5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Shadow AI development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99632" y="1682496"/>
            <a:ext cx="2523744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adopt AI tools without governance. Multiple unofficial workflows, inconsistent quality, no audit trail. The CTO discovers this during an incident, not before.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953512"/>
            <a:ext cx="274320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953512"/>
            <a:ext cx="2743200" cy="347472"/>
          </a:xfrm>
          <a:prstGeom prst="rect">
            <a:avLst/>
          </a:prstGeom>
          <a:solidFill>
            <a:srgbClr val="FEF2E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990088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5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Talent without structure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048" y="3374136"/>
            <a:ext cx="2523744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engineers leave when there's no framework for their work. They want autonomy with guardrails — not chaos or bureaucracy.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82112" y="2953512"/>
            <a:ext cx="274320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82112" y="2953512"/>
            <a:ext cx="2743200" cy="347472"/>
          </a:xfrm>
          <a:prstGeom prst="rect">
            <a:avLst/>
          </a:prstGeom>
          <a:solidFill>
            <a:srgbClr val="FEF2E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2990088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5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 without direction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91840" y="3374136"/>
            <a:ext cx="2523744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optimize for what they're told to build, not what should be built. Without a Strategy gate, the fastest path is the wrong path.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89904" y="2953512"/>
            <a:ext cx="274320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89904" y="2953512"/>
            <a:ext cx="2743200" cy="347472"/>
          </a:xfrm>
          <a:prstGeom prst="rect">
            <a:avLst/>
          </a:prstGeom>
          <a:solidFill>
            <a:srgbClr val="FEF2E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9632" y="2990088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5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Loss of institutional knowledge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99632" y="3374136"/>
            <a:ext cx="2523744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agents perform and humans don't govern, decisions lose traceability. Six months later, no one knows why a critical architectural choice was made.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need from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CTO &amp; CPO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decisions to unlock AI-native delivery.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2212848"/>
            <a:ext cx="841248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212848"/>
            <a:ext cx="50292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212848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9264" y="22860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Endorse the framework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9264" y="2596896"/>
            <a:ext cx="5943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Formally adopt the Agentic SDLC as the operating model for new product development. Set the expectation with all engineering and product leadership.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040880" y="2468880"/>
            <a:ext cx="1600200" cy="2377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246888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+ CPO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3127248"/>
            <a:ext cx="841248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127248"/>
            <a:ext cx="502920" cy="77724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127248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9264" y="3200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Appoint a Data Governance owner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9264" y="3511296"/>
            <a:ext cx="5943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the CDO or a delegated Data Governance lead with authority to hold gates at Stages 0, 4, 5, and 8. Without this, the compliance story breaks.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040880" y="3383280"/>
            <a:ext cx="1600200" cy="237744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338328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4041648"/>
            <a:ext cx="841248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4041648"/>
            <a:ext cx="502920" cy="7772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041648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9264" y="4114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 the first pilot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9264" y="4425696"/>
            <a:ext cx="5943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one product team to run a full Agentic SDLC cycle end-to-end. Set a 90-day timeline. Measure velocity, cost, and incident rate vs. baseline.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040880" y="4297680"/>
            <a:ext cx="1600200" cy="23774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429768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 + CFO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AI-Native Development Organization</dc:title>
  <dc:subject>PptxGenJS Presentation</dc:subject>
  <dc:creator>PptxGenJS</dc:creator>
  <cp:lastModifiedBy>PptxGenJS</cp:lastModifiedBy>
  <cp:revision>1</cp:revision>
  <dcterms:created xsi:type="dcterms:W3CDTF">2026-04-30T21:16:24Z</dcterms:created>
  <dcterms:modified xsi:type="dcterms:W3CDTF">2026-04-30T21:16:24Z</dcterms:modified>
</cp:coreProperties>
</file>